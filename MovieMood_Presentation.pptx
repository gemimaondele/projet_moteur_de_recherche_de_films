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94560"/>
                </a:solidFill>
              </a:defRPr>
            </a:pPr>
            <a:r>
              <a:t>🎬 MovieMood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Plateforme Web IA de Recommandation de Films par Émotion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Équipe :</a:t>
            </a:r>
          </a:p>
          <a:p>
            <a:r>
              <a:t>Gémima ONDELE POURU | Fatoumata BAH | Hector KOMBOU</a:t>
            </a:r>
          </a:p>
          <a:p/>
          <a:p>
            <a:r>
              <a:t>Projet Académique - Data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Problématique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Le Défi :</a:t>
            </a:r>
          </a:p>
          <a:p>
            <a:pPr lvl="1">
              <a:defRPr sz="1800" i="1"/>
            </a:pPr>
            <a:r>
              <a:t>"Comment choisir un film qui correspond à notre humeur du moment ?"</a:t>
            </a:r>
          </a:p>
          <a:p>
            <a:br/>
            <a:pPr>
              <a:defRPr sz="2000" b="1"/>
            </a:pPr>
            <a:r>
              <a:t>Notre Solution : 🎯</a:t>
            </a:r>
          </a:p>
          <a:p>
            <a:pPr lvl="1">
              <a:defRPr sz="1600"/>
            </a:pPr>
            <a:r>
              <a:t>Plateforme web intelligente qui recommande des films basés sur :</a:t>
            </a:r>
          </a:p>
          <a:p>
            <a:pPr lvl="2">
              <a:defRPr sz="1400"/>
            </a:pPr>
            <a:r>
              <a:t>• Votre émotion actuelle</a:t>
            </a:r>
          </a:p>
          <a:p>
            <a:pPr lvl="2">
              <a:defRPr sz="1400"/>
            </a:pPr>
            <a:r>
              <a:t>• L'analyse de sentiments des films</a:t>
            </a:r>
          </a:p>
          <a:p>
            <a:pPr lvl="2">
              <a:defRPr sz="1400"/>
            </a:pPr>
            <a:r>
              <a:t>• Un système de scoring avancé</a:t>
            </a:r>
          </a:p>
          <a:p>
            <a:br/>
            <a:pPr>
              <a:defRPr sz="2000" b="1"/>
            </a:pPr>
            <a:r>
              <a:t>Impact : ✅</a:t>
            </a:r>
          </a:p>
          <a:p>
            <a:pPr lvl="2">
              <a:defRPr sz="1400"/>
            </a:pPr>
            <a:r>
              <a:t>• Économise du temps de recherche</a:t>
            </a:r>
          </a:p>
          <a:p>
            <a:pPr lvl="2">
              <a:defRPr sz="1400"/>
            </a:pPr>
            <a:r>
              <a:t>• Améliore l'expérience cinématographique</a:t>
            </a:r>
          </a:p>
          <a:p>
            <a:pPr lvl="2">
              <a:defRPr sz="1400"/>
            </a:pPr>
            <a:r>
              <a:t>• Personnalisation par émotion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Vision Globale :</a:t>
            </a:r>
          </a:p>
          <a:p>
            <a:pPr>
              <a:defRPr sz="1000"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Front-end Web (HTML/CSS/JS)        │</a:t>
            </a:r>
            <a:br/>
            <a:r>
              <a:t>│  - Interface utilisateur            │</a:t>
            </a:r>
            <a:br/>
            <a:r>
              <a:t>│  - Recherche par titre/émotion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┌──────────────▼──────────────────────┐</a:t>
            </a:r>
            <a:br/>
            <a:r>
              <a:t>│  Back-end Flask (API REST)          │</a:t>
            </a:r>
            <a:br/>
            <a:r>
              <a:t>│  - /search?title=...                │</a:t>
            </a:r>
            <a:br/>
            <a:r>
              <a:t>│  - /recommend?emotion=...         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┌──────────────▼──────────────────────┐</a:t>
            </a:r>
            <a:br/>
            <a:r>
              <a:t>│  Modules IA &amp; Données               │</a:t>
            </a:r>
            <a:br/>
            <a:r>
              <a:t>│  - data_loading.py                  │</a:t>
            </a:r>
            <a:br/>
            <a:r>
              <a:t>│  - sentiment.py (TextBlob)          │</a:t>
            </a:r>
            <a:br/>
            <a:r>
              <a:t>│  - recommendation.py                │</a:t>
            </a:r>
            <a:br/>
            <a:r>
              <a:t>│  - emotion_detection.py (DeepFace)  │</a:t>
            </a:r>
            <a:br/>
            <a:r>
              <a:t>└──────────────┬──────────────────────┘</a:t>
            </a:r>
            <a:br/>
            <a:r>
              <a:t>               │</a:t>
            </a:r>
            <a:br/>
            <a:r>
              <a:t>┌──────────────▼──────────────────────┐</a:t>
            </a:r>
            <a:br/>
            <a:r>
              <a:t>│  Dataset TMDB (4803 films)          │</a:t>
            </a:r>
            <a:br/>
            <a:r>
              <a:t>│  - Métadonnées enrichies            │</a:t>
            </a:r>
            <a:br/>
            <a:r>
              <a:t>│  - Sentiments analysés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Plan de Travail &amp; Répartition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E94560"/>
                </a:solidFill>
              </a:defRPr>
            </a:pPr>
            <a:r>
              <a:t>Phase 1 - Données &amp; Analyse de Sentiments</a:t>
            </a:r>
          </a:p>
          <a:p>
            <a:pPr lvl="1">
              <a:defRPr sz="1600" b="1"/>
            </a:pPr>
            <a:r>
              <a:t>👤 Gémima ONDELE</a:t>
            </a:r>
          </a:p>
          <a:p>
            <a:pPr lvl="2">
              <a:defRPr sz="1400"/>
            </a:pPr>
            <a:r>
              <a:t>• Chargement dataset TMDB</a:t>
            </a:r>
          </a:p>
          <a:p>
            <a:pPr lvl="2">
              <a:defRPr sz="1400"/>
            </a:pPr>
            <a:r>
              <a:t>• Analyse de sentiments avec TextBlob</a:t>
            </a:r>
          </a:p>
          <a:p>
            <a:pPr lvl="2">
              <a:defRPr sz="1400"/>
            </a:pPr>
            <a:r>
              <a:t>• Enrichissement des données</a:t>
            </a:r>
          </a:p>
          <a:p>
            <a:br/>
            <a:pPr>
              <a:defRPr sz="1800" b="1">
                <a:solidFill>
                  <a:srgbClr val="E94560"/>
                </a:solidFill>
              </a:defRPr>
            </a:pPr>
            <a:r>
              <a:t>Phase 2 - Moteur de Recherche</a:t>
            </a:r>
          </a:p>
          <a:p>
            <a:pPr lvl="1">
              <a:defRPr sz="1600" b="1"/>
            </a:pPr>
            <a:r>
              <a:t>👤 Hector KOMBOU</a:t>
            </a:r>
          </a:p>
          <a:p>
            <a:pPr lvl="2">
              <a:defRPr sz="1400"/>
            </a:pPr>
            <a:r>
              <a:t>• Recherche par titre</a:t>
            </a:r>
          </a:p>
          <a:p>
            <a:pPr lvl="2">
              <a:defRPr sz="1400"/>
            </a:pPr>
            <a:r>
              <a:t>• Recommandations par similarité</a:t>
            </a:r>
          </a:p>
          <a:p>
            <a:pPr lvl="2">
              <a:defRPr sz="1400"/>
            </a:pPr>
            <a:r>
              <a:t>• Recommandations par émotion</a:t>
            </a:r>
          </a:p>
          <a:p>
            <a:pPr lvl="2">
              <a:defRPr sz="1400"/>
            </a:pPr>
            <a:r>
              <a:t>• Système de scoring</a:t>
            </a:r>
          </a:p>
          <a:p>
            <a:br/>
            <a:pPr>
              <a:defRPr sz="1800" b="1">
                <a:solidFill>
                  <a:srgbClr val="E94560"/>
                </a:solidFill>
              </a:defRPr>
            </a:pPr>
            <a:r>
              <a:t>Phase 3 - Interface Web</a:t>
            </a:r>
          </a:p>
          <a:p>
            <a:pPr lvl="1">
              <a:defRPr sz="1600" b="1"/>
            </a:pPr>
            <a:r>
              <a:t>👤 Fatoumata BAH</a:t>
            </a:r>
          </a:p>
          <a:p>
            <a:pPr lvl="2">
              <a:defRPr sz="1400"/>
            </a:pPr>
            <a:r>
              <a:t>• Design et UX</a:t>
            </a:r>
          </a:p>
          <a:p>
            <a:pPr lvl="2">
              <a:defRPr sz="1400"/>
            </a:pPr>
            <a:r>
              <a:t>• Pages HTML/CSS</a:t>
            </a:r>
          </a:p>
          <a:p>
            <a:pPr lvl="2">
              <a:defRPr sz="1400"/>
            </a:pPr>
            <a:r>
              <a:t>• Intégration API</a:t>
            </a:r>
          </a:p>
          <a:p>
            <a:pPr lvl="2">
              <a:defRPr sz="1400"/>
            </a:pPr>
            <a:r>
              <a:t>• Expérience utilisateur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Architecture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à l'IA :</a:t>
            </a:r>
          </a:p>
          <a:p>
            <a:pPr lvl="1">
              <a:defRPr sz="1400" i="1"/>
            </a:pPr>
            <a:r>
              <a:t>"Nous voulons créer une plateforme web IA de recommandation de films.</a:t>
            </a:r>
            <a:br/>
            <a:r>
              <a:t>Nous avons un dataset TMDB avec 5000 films. Comment structurer le projet ?"</a:t>
            </a:r>
          </a:p>
          <a:p>
            <a:br/>
            <a:pPr>
              <a:defRPr sz="1600" b="1"/>
            </a:pPr>
            <a:r>
              <a:t>💡 RÉPONSE DE L'IA :</a:t>
            </a:r>
          </a:p>
          <a:p>
            <a:pPr lvl="1">
              <a:defRPr sz="1400"/>
            </a:pPr>
            <a:r>
              <a:t>✅ Proposition d'architecture en 4 couches :</a:t>
            </a:r>
          </a:p>
          <a:p>
            <a:pPr lvl="2">
              <a:defRPr sz="1200"/>
            </a:pPr>
            <a:r>
              <a:t>1. Front-end web (HTML/CSS/JS)</a:t>
            </a:r>
          </a:p>
          <a:p>
            <a:pPr lvl="2">
              <a:defRPr sz="1200"/>
            </a:pPr>
            <a:r>
              <a:t>2. Back-end Python (Flask/FastAPI)</a:t>
            </a:r>
          </a:p>
          <a:p>
            <a:pPr lvl="2">
              <a:defRPr sz="1200"/>
            </a:pPr>
            <a:r>
              <a:t>3. Modules IA/Données</a:t>
            </a:r>
          </a:p>
          <a:p>
            <a:pPr lvl="2">
              <a:defRPr sz="1200"/>
            </a:pPr>
            <a:r>
              <a:t>4. Dataset TMDB</a:t>
            </a:r>
          </a:p>
          <a:p>
            <a:br/>
            <a:pPr lvl="1">
              <a:defRPr sz="1400"/>
            </a:pPr>
            <a:r>
              <a:t>✅ Plan de travail avec répartition des tâches</a:t>
            </a:r>
          </a:p>
          <a:p>
            <a:pPr lvl="1">
              <a:defRPr sz="1400"/>
            </a:pPr>
            <a:r>
              <a:t>✅ Cahier des charges structuré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Code Généré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RÉSULTANT :</a:t>
            </a:r>
          </a:p>
          <a:p>
            <a:pPr lvl="1">
              <a:defRPr sz="900">
                <a:latin typeface="Courier New"/>
              </a:defRPr>
            </a:pPr>
            <a:r>
              <a:t># data_loading.py (Gémima)</a:t>
            </a:r>
            <a:br/>
            <a:r>
              <a:t>def charger_dataframe(path_csv: str) -&gt; pd.DataFrame:</a:t>
            </a:r>
            <a:br/>
            <a:r>
              <a:t>    """Charge le fichier CSV TMDB."""</a:t>
            </a:r>
            <a:br/>
            <a:r>
              <a:t>    df = pd.read_csv(path_csv, engine="python", </a:t>
            </a:r>
            <a:br/>
            <a:r>
              <a:t>                     encoding="utf-8")</a:t>
            </a:r>
            <a:br/>
            <a:r>
              <a:t>    return df</a:t>
            </a:r>
            <a:br/>
            <a:br/>
            <a:r>
              <a:t>def construire_liste_films(df: pd.DataFrame):</a:t>
            </a:r>
            <a:br/>
            <a:r>
              <a:t>    """Construit une liste de films avec genres."""</a:t>
            </a:r>
            <a:br/>
            <a:r>
              <a:t>    films = []</a:t>
            </a:r>
            <a:br/>
            <a:r>
              <a:t>    for _, row in df.iterrows():</a:t>
            </a:r>
            <a:br/>
            <a:r>
              <a:t>        film = {</a:t>
            </a:r>
            <a:br/>
            <a:r>
              <a:t>            "id": row["id"],</a:t>
            </a:r>
            <a:br/>
            <a:r>
              <a:t>            "title": row["title"],</a:t>
            </a:r>
            <a:br/>
            <a:r>
              <a:t>            "genres": parser_genres(row["genres"]),</a:t>
            </a:r>
            <a:br/>
            <a:r>
              <a:t>            "overview": row["overview"],</a:t>
            </a:r>
            <a:br/>
            <a:r>
              <a:t>            "vote_average": row["vote_average"],</a:t>
            </a:r>
            <a:br/>
            <a:r>
              <a:t>        }</a:t>
            </a:r>
            <a:br/>
            <a:r>
              <a:t>        films.append(film)</a:t>
            </a:r>
            <a:br/>
            <a:r>
              <a:t>    return films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Analyse de Sentiments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analyser le sentiment des résumés de films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Utilisation de TextBlob</a:t>
            </a:r>
          </a:p>
          <a:p>
            <a:pPr lvl="1">
              <a:defRPr sz="1400"/>
            </a:pPr>
            <a:r>
              <a:t>✅ Fonction analyser_sentiment_texte()</a:t>
            </a:r>
          </a:p>
          <a:p>
            <a:pPr lvl="1">
              <a:defRPr sz="1400"/>
            </a:pPr>
            <a:r>
              <a:t>✅ Retourne : score [-1,1] + label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1 : Code Analyse de Sentiments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lib_projet.py (Gémima)</a:t>
            </a:r>
            <a:br/>
            <a:r>
              <a:t>from textblob import TextBlob</a:t>
            </a:r>
            <a:br/>
            <a:br/>
            <a:r>
              <a:t>def analyser_sentiment_texte(texte: str):</a:t>
            </a:r>
            <a:br/>
            <a:r>
              <a:t>    """Analyse le sentiment avec TextBlob."""</a:t>
            </a:r>
            <a:br/>
            <a:r>
              <a:t>    blob = TextBlob(texte)</a:t>
            </a:r>
            <a:br/>
            <a:r>
              <a:t>    polarite = blob.sentiment.polarity</a:t>
            </a:r>
            <a:br/>
            <a:r>
              <a:t>    </a:t>
            </a:r>
            <a:br/>
            <a:r>
              <a:t>    if polarite &gt; 0.1:</a:t>
            </a:r>
            <a:br/>
            <a:r>
              <a:t>        label = "positif"</a:t>
            </a:r>
            <a:br/>
            <a:r>
              <a:t>    elif polarite &lt; -0.1:</a:t>
            </a:r>
            <a:br/>
            <a:r>
              <a:t>        label = "negatif"</a:t>
            </a:r>
            <a:br/>
            <a:r>
              <a:t>    else:</a:t>
            </a:r>
            <a:br/>
            <a:r>
              <a:t>        label = "neutre"</a:t>
            </a:r>
            <a:br/>
            <a:r>
              <a:t>    </a:t>
            </a:r>
            <a:br/>
            <a:r>
              <a:t>    return float(polarite), 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Système de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créer un système de scoring pour réordonner les films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Scoring combinant :</a:t>
            </a:r>
          </a:p>
          <a:p>
            <a:pPr lvl="2">
              <a:defRPr sz="1200"/>
            </a:pPr>
            <a:r>
              <a:t>• Sentiment du film (normalisé 0-1)</a:t>
            </a:r>
          </a:p>
          <a:p>
            <a:pPr lvl="2">
              <a:defRPr sz="1200"/>
            </a:pPr>
            <a:r>
              <a:t>• Note moyenne (normalisée 0-1)</a:t>
            </a:r>
          </a:p>
          <a:p>
            <a:pPr lvl="2">
              <a:defRPr sz="1200"/>
            </a:pPr>
            <a:r>
              <a:t>• Pondérations ajustables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Code Système de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lib_projet.py (Hector)</a:t>
            </a:r>
            <a:br/>
            <a:r>
              <a:t>def calculer_score_film(film: dict, emotion_user: str) -&gt; float:</a:t>
            </a:r>
            <a:br/>
            <a:r>
              <a:t>    """Calcule un score global pour un film."""</a:t>
            </a:r>
            <a:br/>
            <a:r>
              <a:t>    sentiment_norm = normaliser_sentiment(</a:t>
            </a:r>
            <a:br/>
            <a:r>
              <a:t>        film.get("sentiment_score", 0.0)</a:t>
            </a:r>
            <a:br/>
            <a:r>
              <a:t>    )</a:t>
            </a:r>
            <a:br/>
            <a:r>
              <a:t>    note_norm = normaliser_note(</a:t>
            </a:r>
            <a:br/>
            <a:r>
              <a:t>        film.get("vote_average", 0.0)</a:t>
            </a:r>
            <a:br/>
            <a:r>
              <a:t>    )</a:t>
            </a:r>
            <a:br/>
            <a:r>
              <a:t>    </a:t>
            </a:r>
            <a:br/>
            <a:r>
              <a:t>    w_sentiment = 0.6  # importance du sentiment</a:t>
            </a:r>
            <a:br/>
            <a:r>
              <a:t>    w_note = 0.4       # importance de la note</a:t>
            </a:r>
            <a:br/>
            <a:r>
              <a:t>    </a:t>
            </a:r>
            <a:br/>
            <a:r>
              <a:t>    score = w_sentiment * sentiment_norm + w_note * note_norm</a:t>
            </a:r>
            <a:br/>
            <a:r>
              <a:t>    return float(score)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Recommandations par Émotion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mapper les émotions aux genres de films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Dictionnaire emotion_to_genres</a:t>
            </a:r>
          </a:p>
          <a:p>
            <a:pPr lvl="1">
              <a:defRPr sz="1400"/>
            </a:pPr>
            <a:r>
              <a:t>✅ Fonction recommander_par_emotion()</a:t>
            </a:r>
          </a:p>
          <a:p>
            <a:pPr lvl="1">
              <a:defRPr sz="1400"/>
            </a:pPr>
            <a:r>
              <a:t>✅ Filtre par genres → Score → Trie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2 : Code Recommandations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900">
                <a:latin typeface="Courier New"/>
              </a:defRPr>
            </a:pPr>
            <a:r>
              <a:t># recommendation.py (Hector)</a:t>
            </a:r>
            <a:br/>
            <a:r>
              <a:t>emotion_to_genres = {</a:t>
            </a:r>
            <a:br/>
            <a:r>
              <a:t>    "triste": ["Comedy", "Family", "Drama"],</a:t>
            </a:r>
            <a:br/>
            <a:r>
              <a:t>    "stressé": ["Comedy", "Adventure", "Action"],</a:t>
            </a:r>
            <a:br/>
            <a:r>
              <a:t>    "heureux": ["Romance", "Music", "Comedy"],</a:t>
            </a:r>
            <a:br/>
            <a:r>
              <a:t>    # ... autres émotions</a:t>
            </a:r>
            <a:br/>
            <a:r>
              <a:t>}</a:t>
            </a:r>
            <a:br/>
            <a:br/>
            <a:r>
              <a:t>def recommander_par_emotion(emotion, films, n=20):</a:t>
            </a:r>
            <a:br/>
            <a:r>
              <a:t>    genres_cibles = emotion_to_genres.get(emotion, [])</a:t>
            </a:r>
            <a:br/>
            <a:r>
              <a:t>    candidats = []</a:t>
            </a:r>
            <a:br/>
            <a:r>
              <a:t>    </a:t>
            </a:r>
            <a:br/>
            <a:r>
              <a:t>    for film in films:</a:t>
            </a:r>
            <a:br/>
            <a:r>
              <a:t>        if genres_cibles &amp; film["genres"]:</a:t>
            </a:r>
            <a:br/>
            <a:r>
              <a:t>            candidats.append(film)</a:t>
            </a:r>
            <a:br/>
            <a:r>
              <a:t>    </a:t>
            </a:r>
            <a:br/>
            <a:r>
              <a:t>    # Trier par note décroissante</a:t>
            </a:r>
            <a:br/>
            <a:r>
              <a:t>    candidats.sort(key=lambda f: f["vote_average"], </a:t>
            </a:r>
            <a:br/>
            <a:r>
              <a:t>                   reverse=True)</a:t>
            </a:r>
            <a:br/>
            <a:r>
              <a:t>    return candidats[:n]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3 : Interface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créer une interface web moderne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Flask + templates Jinja2</a:t>
            </a:r>
          </a:p>
          <a:p>
            <a:pPr lvl="1">
              <a:defRPr sz="1400"/>
            </a:pPr>
            <a:r>
              <a:t>✅ Page d'accueil avec recherche</a:t>
            </a:r>
          </a:p>
          <a:p>
            <a:pPr lvl="1">
              <a:defRPr sz="1400"/>
            </a:pPr>
            <a:r>
              <a:t>✅ Page de résultats avec cartes</a:t>
            </a:r>
          </a:p>
          <a:p>
            <a:pPr lvl="1">
              <a:defRPr sz="1400"/>
            </a:pPr>
            <a:r>
              <a:t>✅ Design moderne CSS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PHASE 3 : Code Interface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app.py (Hector + Fatoumata)</a:t>
            </a:r>
            <a:br/>
            <a:r>
              <a:t>@app.route("/search")</a:t>
            </a:r>
            <a:br/>
            <a:r>
              <a:t>def search():</a:t>
            </a:r>
            <a:br/>
            <a:r>
              <a:t>    titre = request.args.get("titre", "")</a:t>
            </a:r>
            <a:br/>
            <a:r>
              <a:t>    emotion = request.args.get("emotion", "")</a:t>
            </a:r>
            <a:br/>
            <a:r>
              <a:t>    </a:t>
            </a:r>
            <a:br/>
            <a:r>
              <a:t>    resultats = []</a:t>
            </a:r>
            <a:br/>
            <a:r>
              <a:t>    if titre:</a:t>
            </a:r>
            <a:br/>
            <a:r>
              <a:t>        film = rechercher_par_titre(titre, films)</a:t>
            </a:r>
            <a:br/>
            <a:r>
              <a:t>        if film:</a:t>
            </a:r>
            <a:br/>
            <a:r>
              <a:t>            resultats.append(film)</a:t>
            </a:r>
            <a:br/>
            <a:r>
              <a:t>    </a:t>
            </a:r>
            <a:br/>
            <a:r>
              <a:t>    if emotion:</a:t>
            </a:r>
            <a:br/>
            <a:r>
              <a:t>        resultats.extend(</a:t>
            </a:r>
            <a:br/>
            <a:r>
              <a:t>            recommander_par_emotion(emotion, films, n=20)</a:t>
            </a:r>
            <a:br/>
            <a:r>
              <a:t>        )</a:t>
            </a:r>
            <a:br/>
            <a:r>
              <a:t>    </a:t>
            </a:r>
            <a:br/>
            <a:r>
              <a:t>    return render_template("results.html", </a:t>
            </a:r>
            <a:br/>
            <a:r>
              <a:t>                          films=resultats)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Amélioration : Vidéo de Fond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"La vidéo ne se lance pas sur Chrome/Edge. Comment corriger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Problème : Autoplay bloqué</a:t>
            </a:r>
          </a:p>
          <a:p>
            <a:pPr lvl="1">
              <a:defRPr sz="1400"/>
            </a:pPr>
            <a:r>
              <a:t>✅ Solution : YouTube Iframe API</a:t>
            </a:r>
          </a:p>
          <a:p>
            <a:pPr lvl="1">
              <a:defRPr sz="1400"/>
            </a:pPr>
            <a:r>
              <a:t>✅ Bouton pour activer le 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Code : Vidéo de Fond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900">
                <a:latin typeface="Courier New"/>
              </a:defRPr>
            </a:pPr>
            <a:r>
              <a:t>// JavaScript (Fatoumata)</a:t>
            </a:r>
            <a:br/>
            <a:r>
              <a:t>function onYouTubeIframeAPIReady() {</a:t>
            </a:r>
            <a:br/>
            <a:r>
              <a:t>    player = new YT.Player('background-video', {</a:t>
            </a:r>
            <a:br/>
            <a:r>
              <a:t>        videoId: 'ZsJz2TJAPjw',</a:t>
            </a:r>
            <a:br/>
            <a:r>
              <a:t>        playerVars: {</a:t>
            </a:r>
            <a:br/>
            <a:r>
              <a:t>            'autoplay': 1,</a:t>
            </a:r>
            <a:br/>
            <a:r>
              <a:t>            'mute': 1,</a:t>
            </a:r>
            <a:br/>
            <a:r>
              <a:t>            'loop': 1,</a:t>
            </a:r>
            <a:br/>
            <a:r>
              <a:t>        },</a:t>
            </a:r>
            <a:br/>
            <a:r>
              <a:t>        events: {</a:t>
            </a:r>
            <a:br/>
            <a:r>
              <a:t>            'onReady': function(event) {</a:t>
            </a:r>
            <a:br/>
            <a:r>
              <a:t>                event.target.playVideo();</a:t>
            </a:r>
            <a:br/>
            <a:r>
              <a:t>            }</a:t>
            </a:r>
            <a:br/>
            <a:r>
              <a:t>        }</a:t>
            </a:r>
            <a:br/>
            <a:r>
              <a:t>    });</a:t>
            </a:r>
            <a:br/>
            <a:r>
              <a:t>}</a:t>
            </a:r>
            <a:br/>
            <a:br/>
            <a:r>
              <a:t>function toggleAudio() {</a:t>
            </a:r>
            <a:br/>
            <a:r>
              <a:t>    if (isMuted) {</a:t>
            </a:r>
            <a:br/>
            <a:r>
              <a:t>        player.unMute();</a:t>
            </a:r>
            <a:br/>
            <a:r>
              <a:t>        player.setVolume(70);</a:t>
            </a:r>
            <a:br/>
            <a:r>
              <a:t>    } else {</a:t>
            </a:r>
            <a:br/>
            <a:r>
              <a:t>        player.mute();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Optimisation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"L'application est lente. Comment optimiser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Système de cache JSON</a:t>
            </a:r>
          </a:p>
          <a:p>
            <a:pPr lvl="1">
              <a:defRPr sz="1400"/>
            </a:pPr>
            <a:r>
              <a:t>✅ Indicateurs de chargement visuels</a:t>
            </a:r>
          </a:p>
          <a:p>
            <a:pPr lvl="1">
              <a:defRPr sz="1400"/>
            </a:pPr>
            <a:r>
              <a:t>✅ Lazy loading des données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Code : Système de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1000">
                <a:latin typeface="Courier New"/>
              </a:defRPr>
            </a:pPr>
            <a:r>
              <a:t># cache_manager.py (Hector)</a:t>
            </a:r>
            <a:br/>
            <a:r>
              <a:t>def get_cached_films() -&gt; List[Dict]:</a:t>
            </a:r>
            <a:br/>
            <a:r>
              <a:t>    """Charge depuis le cache."""</a:t>
            </a:r>
            <a:br/>
            <a:r>
              <a:t>    if CACHE_FILE.exists():</a:t>
            </a:r>
            <a:br/>
            <a:r>
              <a:t>        with open(CACHE_FILE, "r") as f:</a:t>
            </a:r>
            <a:br/>
            <a:r>
              <a:t>            films = json.load(f)</a:t>
            </a:r>
            <a:br/>
            <a:r>
              <a:t>        return films</a:t>
            </a:r>
            <a:br/>
            <a:r>
              <a:t>    return []</a:t>
            </a:r>
            <a:br/>
            <a:br/>
            <a:r>
              <a:t>def cache_films(films: List[Dict]) -&gt; None:</a:t>
            </a:r>
            <a:br/>
            <a:r>
              <a:t>    """Sauvegarde dans le cache."""</a:t>
            </a:r>
            <a:br/>
            <a:r>
              <a:t>    with open(CACHE_FILE, "w") as f:</a:t>
            </a:r>
            <a:br/>
            <a:r>
              <a:t>        json.dump(films, f, indent=2)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Détection d'Émotions Faciales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ajouter la détection d'émotions via webcam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DeepFace (modèle pré-entraîné)</a:t>
            </a:r>
          </a:p>
          <a:p>
            <a:pPr lvl="1">
              <a:defRPr sz="1400"/>
            </a:pPr>
            <a:r>
              <a:t>✅ OpenCV pour détection visage</a:t>
            </a:r>
          </a:p>
          <a:p>
            <a:pPr lvl="1">
              <a:defRPr sz="1400"/>
            </a:pPr>
            <a:r>
              <a:t>✅ Mapping émotions DeepFace → nos émotions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Code : Détection d'Émotions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💻 CODE :</a:t>
            </a:r>
          </a:p>
          <a:p>
            <a:pPr lvl="1">
              <a:defRPr sz="900">
                <a:latin typeface="Courier New"/>
              </a:defRPr>
            </a:pPr>
            <a:r>
              <a:t># emotion_detection.py (Hector)</a:t>
            </a:r>
            <a:br/>
            <a:r>
              <a:t>from deepface import DeepFace</a:t>
            </a:r>
            <a:br/>
            <a:r>
              <a:t>import cv2</a:t>
            </a:r>
            <a:br/>
            <a:br/>
            <a:r>
              <a:t>def detecter_emotion_image(image_data: bytes):</a:t>
            </a:r>
            <a:br/>
            <a:r>
              <a:t>    """Détecte l'émotion avec DeepFace."""</a:t>
            </a:r>
            <a:br/>
            <a:r>
              <a:t>    img = cv2.imdecode(image_data, cv2.IMREAD_COLOR)</a:t>
            </a:r>
            <a:br/>
            <a:r>
              <a:t>    </a:t>
            </a:r>
            <a:br/>
            <a:r>
              <a:t>    # Détecter visage</a:t>
            </a:r>
            <a:br/>
            <a:r>
              <a:t>    faces = face_cascade.detectMultiScale(gray)</a:t>
            </a:r>
            <a:br/>
            <a:r>
              <a:t>    </a:t>
            </a:r>
            <a:br/>
            <a:r>
              <a:t>    if len(faces) &gt; 0:</a:t>
            </a:r>
            <a:br/>
            <a:r>
              <a:t>        # Analyser avec DeepFace</a:t>
            </a:r>
            <a:br/>
            <a:r>
              <a:t>        result = DeepFace.analyze(</a:t>
            </a:r>
            <a:br/>
            <a:r>
              <a:t>            img_path=tmp_path,</a:t>
            </a:r>
            <a:br/>
            <a:r>
              <a:t>            actions=['emotion']</a:t>
            </a:r>
            <a:br/>
            <a:r>
              <a:t>        )</a:t>
            </a:r>
            <a:br/>
            <a:r>
              <a:t>        emotion = EMOTION_MAPPING.get(</a:t>
            </a:r>
            <a:br/>
            <a:r>
              <a:t>            result['dominant_emotion'], </a:t>
            </a:r>
            <a:br/>
            <a:r>
              <a:t>            "neutre"</a:t>
            </a:r>
            <a:br/>
            <a:r>
              <a:t>        )</a:t>
            </a:r>
            <a:br/>
            <a:r>
              <a:t>        return {"emotion": emotion}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Évaluation &amp; Notebooks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🤔 PROMPT :</a:t>
            </a:r>
          </a:p>
          <a:p>
            <a:pPr lvl="1">
              <a:defRPr sz="1400" i="1"/>
            </a:pPr>
            <a:r>
              <a:t>"Comment évaluer les performances de tous nos modèles ?"</a:t>
            </a:r>
          </a:p>
          <a:p>
            <a:br/>
            <a:pPr>
              <a:defRPr sz="1600" b="1"/>
            </a:pPr>
            <a:r>
              <a:t>💡 RÉPONSE :</a:t>
            </a:r>
          </a:p>
          <a:p>
            <a:pPr lvl="1">
              <a:defRPr sz="1400"/>
            </a:pPr>
            <a:r>
              <a:t>✅ Notebook Jupyter complet</a:t>
            </a:r>
          </a:p>
          <a:p>
            <a:pPr lvl="1">
              <a:defRPr sz="1400"/>
            </a:pPr>
            <a:r>
              <a:t>✅ Analyse qualité dataset</a:t>
            </a:r>
          </a:p>
          <a:p>
            <a:pPr lvl="1">
              <a:defRPr sz="1400"/>
            </a:pPr>
            <a:r>
              <a:t>✅ Évaluation recommandations</a:t>
            </a:r>
          </a:p>
          <a:p>
            <a:pPr lvl="1">
              <a:defRPr sz="1400"/>
            </a:pPr>
            <a:r>
              <a:t>✅ Matrices de confusion</a:t>
            </a:r>
          </a:p>
          <a:p>
            <a:pPr lvl="1">
              <a:defRPr sz="1400"/>
            </a:pPr>
            <a:r>
              <a:t>✅ Visualisations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Résultats de l'Évaluation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📊 MÉTRIQUES CLÉS :</a:t>
            </a:r>
          </a:p>
          <a:p>
            <a:pPr lvl="1">
              <a:defRPr sz="1400"/>
            </a:pPr>
            <a:r>
              <a:t>✅ Dataset : 4,803 films (99.4% avec genres)</a:t>
            </a:r>
          </a:p>
          <a:p>
            <a:pPr lvl="1">
              <a:defRPr sz="1400"/>
            </a:pPr>
            <a:r>
              <a:t>✅ Recommandations : 8/8 émotions (100%)</a:t>
            </a:r>
          </a:p>
          <a:p>
            <a:pPr lvl="1">
              <a:defRPr sz="1400"/>
            </a:pPr>
            <a:r>
              <a:t>✅ Note moyenne recommandations : 8.50/10</a:t>
            </a:r>
          </a:p>
          <a:p>
            <a:pPr lvl="1">
              <a:defRPr sz="1400"/>
            </a:pPr>
            <a:r>
              <a:t>✅ Amélioration : +2.41 points vs moyenne globale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Résultats &amp; Performances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📊 PERFORMANCES :</a:t>
            </a:r>
          </a:p>
          <a:p>
            <a:br/>
            <a:pPr lvl="1">
              <a:defRPr sz="1600" b="1"/>
            </a:pPr>
            <a:r>
              <a:t>✅ Dataset :</a:t>
            </a:r>
          </a:p>
          <a:p>
            <a:pPr lvl="2">
              <a:defRPr sz="1400"/>
            </a:pPr>
            <a:r>
              <a:t>• 4,803 films chargés</a:t>
            </a:r>
          </a:p>
          <a:p>
            <a:pPr lvl="2">
              <a:defRPr sz="1400"/>
            </a:pPr>
            <a:r>
              <a:t>• 99.4% avec genres</a:t>
            </a:r>
          </a:p>
          <a:p>
            <a:pPr lvl="2">
              <a:defRPr sz="1400"/>
            </a:pPr>
            <a:r>
              <a:t>• 98.7% avec notes valides</a:t>
            </a:r>
          </a:p>
          <a:p>
            <a:br/>
            <a:pPr lvl="1">
              <a:defRPr sz="1600" b="1"/>
            </a:pPr>
            <a:r>
              <a:t>✅ Système de Recommandation :</a:t>
            </a:r>
          </a:p>
          <a:p>
            <a:pPr lvl="2">
              <a:defRPr sz="1400"/>
            </a:pPr>
            <a:r>
              <a:t>• 8/8 émotions couvertes (100%)</a:t>
            </a:r>
          </a:p>
          <a:p>
            <a:pPr lvl="2">
              <a:defRPr sz="1400"/>
            </a:pPr>
            <a:r>
              <a:t>• Note moyenne : 8.50/10</a:t>
            </a:r>
          </a:p>
          <a:p>
            <a:pPr lvl="2">
              <a:defRPr sz="1400"/>
            </a:pPr>
            <a:r>
              <a:t>• +2.41 points vs moyenne globale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🎬 Démonstration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1. Recherche par titre</a:t>
            </a:r>
          </a:p>
          <a:p>
            <a:pPr lvl="1">
              <a:defRPr sz="1400"/>
            </a:pPr>
            <a:r>
              <a:t>   Tapez 'The Matrix' → Voir les détails</a:t>
            </a:r>
          </a:p>
          <a:p>
            <a:br/>
            <a:pPr>
              <a:defRPr sz="1600" b="1"/>
            </a:pPr>
            <a:r>
              <a:t>2. Recommandation par émotion</a:t>
            </a:r>
          </a:p>
          <a:p>
            <a:pPr lvl="1">
              <a:defRPr sz="1400"/>
            </a:pPr>
            <a:r>
              <a:t>   Choisissez 'stressé' → 20 films adaptés</a:t>
            </a:r>
          </a:p>
          <a:p>
            <a:br/>
            <a:pPr>
              <a:defRPr sz="1600" b="1"/>
            </a:pPr>
            <a:r>
              <a:t>3. Détection faciale (bonus)</a:t>
            </a:r>
          </a:p>
          <a:p>
            <a:pPr lvl="1">
              <a:defRPr sz="1400"/>
            </a:pPr>
            <a:r>
              <a:t>   Activez webcam → IA détecte émotion</a:t>
            </a:r>
          </a:p>
          <a:p>
            <a:br/>
            <a:pPr>
              <a:defRPr sz="1600" b="1"/>
            </a:pPr>
            <a:r>
              <a:t>4. Vidéo de fond</a:t>
            </a:r>
          </a:p>
          <a:p>
            <a:pPr lvl="1">
              <a:defRPr sz="1400"/>
            </a:pPr>
            <a:r>
              <a:t>   Ambiance cinématographique + 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🔧 STACK TECHNIQUE :</a:t>
            </a:r>
          </a:p>
          <a:p>
            <a:br/>
            <a:pPr lvl="1">
              <a:defRPr sz="1400"/>
            </a:pPr>
            <a:r>
              <a:t>Back-end : Python 3.12, Flask, Pandas</a:t>
            </a:r>
          </a:p>
          <a:p>
            <a:br/>
            <a:pPr lvl="1">
              <a:defRPr sz="1400"/>
            </a:pPr>
            <a:r>
              <a:t>IA &amp; ML : TextBlob, DeepFace, TensorFlow, OpenCV</a:t>
            </a:r>
          </a:p>
          <a:p>
            <a:br/>
            <a:pPr lvl="1">
              <a:defRPr sz="1400"/>
            </a:pPr>
            <a:r>
              <a:t>Front-end : HTML5, CSS3, JavaScript, YouTube API</a:t>
            </a:r>
          </a:p>
          <a:p>
            <a:br/>
            <a:pPr lvl="1">
              <a:defRPr sz="1400"/>
            </a:pPr>
            <a:r>
              <a:t>Données : TMDB (4,803 films), Cache JSON</a:t>
            </a:r>
          </a:p>
          <a:p>
            <a:br/>
            <a:pPr lvl="1">
              <a:defRPr sz="1400"/>
            </a:pPr>
            <a:r>
              <a:t>Évaluation : Jupyter, Matplotlib, Seaborn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Défis Techniques Relevés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💪 DÉFIS RÉSOLUS :</a:t>
            </a:r>
          </a:p>
          <a:p>
            <a:pPr lvl="1">
              <a:defRPr sz="1400"/>
            </a:pPr>
            <a:r>
              <a:t>1. ✅ Autoplay vidéo → YouTube Iframe API</a:t>
            </a:r>
          </a:p>
          <a:p>
            <a:pPr lvl="1">
              <a:defRPr sz="1400"/>
            </a:pPr>
            <a:r>
              <a:t>2. ✅ Conflits dépendances → Gestion versions</a:t>
            </a:r>
          </a:p>
          <a:p>
            <a:pPr lvl="1">
              <a:defRPr sz="1400"/>
            </a:pPr>
            <a:r>
              <a:t>3. ✅ Performance → Système de cache</a:t>
            </a:r>
          </a:p>
          <a:p>
            <a:pPr lvl="1">
              <a:defRPr sz="1400"/>
            </a:pPr>
            <a:r>
              <a:t>4. ✅ Évaluation modèles → Notebook complet</a:t>
            </a:r>
          </a:p>
          <a:p>
            <a:pPr lvl="1">
              <a:defRPr sz="1400"/>
            </a:pPr>
            <a:r>
              <a:t>5. ✅ Erreurs Jupyter → Réorganisation imports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Améliorations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🚀 ROADMAP :</a:t>
            </a:r>
          </a:p>
          <a:p>
            <a:br/>
            <a:pPr lvl="1">
              <a:defRPr sz="1600" b="1"/>
            </a:pPr>
            <a:r>
              <a:t>Court terme :</a:t>
            </a:r>
          </a:p>
          <a:p>
            <a:pPr lvl="2">
              <a:defRPr sz="1400"/>
            </a:pPr>
            <a:r>
              <a:t>• Fine-tuning TextBlob</a:t>
            </a:r>
          </a:p>
          <a:p>
            <a:pPr lvl="2">
              <a:defRPr sz="1400"/>
            </a:pPr>
            <a:r>
              <a:t>• Optimisation DeepFace</a:t>
            </a:r>
          </a:p>
          <a:p>
            <a:pPr lvl="2">
              <a:defRPr sz="1400"/>
            </a:pPr>
            <a:r>
              <a:t>• Tests utilisateurs</a:t>
            </a:r>
          </a:p>
          <a:p>
            <a:br/>
            <a:pPr lvl="1">
              <a:defRPr sz="1600" b="1"/>
            </a:pPr>
            <a:r>
              <a:t>Moyen terme :</a:t>
            </a:r>
          </a:p>
          <a:p>
            <a:pPr lvl="2">
              <a:defRPr sz="1400"/>
            </a:pPr>
            <a:r>
              <a:t>• Filtrage collaboratif</a:t>
            </a:r>
          </a:p>
          <a:p>
            <a:pPr lvl="2">
              <a:defRPr sz="1400"/>
            </a:pPr>
            <a:r>
              <a:t>• Personnalisation utilisateur</a:t>
            </a:r>
          </a:p>
          <a:p>
            <a:br/>
            <a:pPr lvl="1">
              <a:defRPr sz="1600" b="1"/>
            </a:pPr>
            <a:r>
              <a:t>Long terme :</a:t>
            </a:r>
          </a:p>
          <a:p>
            <a:pPr lvl="2">
              <a:defRPr sz="1400"/>
            </a:pPr>
            <a:r>
              <a:t>• Déploiement cloud</a:t>
            </a:r>
          </a:p>
          <a:p>
            <a:pPr lvl="2">
              <a:defRPr sz="1400"/>
            </a:pPr>
            <a:r>
              <a:t>• Application mobile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🎯 CE QUE NOUS AVONS RÉALISÉ :</a:t>
            </a:r>
          </a:p>
          <a:p>
            <a:pPr lvl="1">
              <a:defRPr sz="1400"/>
            </a:pPr>
            <a:r>
              <a:t>✅ Plateforme web complète et fonctionnelle</a:t>
            </a:r>
          </a:p>
          <a:p>
            <a:pPr lvl="1">
              <a:defRPr sz="1400"/>
            </a:pPr>
            <a:r>
              <a:t>✅ Système de recommandation intelligent</a:t>
            </a:r>
          </a:p>
          <a:p>
            <a:pPr lvl="1">
              <a:defRPr sz="1400"/>
            </a:pPr>
            <a:r>
              <a:t>✅ Analyse de sentiments intégrée</a:t>
            </a:r>
          </a:p>
          <a:p>
            <a:pPr lvl="1">
              <a:defRPr sz="1400"/>
            </a:pPr>
            <a:r>
              <a:t>✅ Détection d'émotions faciales (bonus)</a:t>
            </a:r>
          </a:p>
          <a:p>
            <a:pPr lvl="1">
              <a:defRPr sz="1400"/>
            </a:pPr>
            <a:r>
              <a:t>✅ Interface utilisateur moderne</a:t>
            </a:r>
          </a:p>
          <a:p>
            <a:pPr lvl="1">
              <a:defRPr sz="1400"/>
            </a:pPr>
            <a:r>
              <a:t>✅ Évaluation complète des modèles</a:t>
            </a:r>
          </a:p>
          <a:p>
            <a:br/>
            <a:pPr>
              <a:defRPr sz="1800" b="1"/>
            </a:pPr>
            <a:r>
              <a:t>💡 VALEUR AJOUTÉE :</a:t>
            </a:r>
          </a:p>
          <a:p>
            <a:pPr lvl="1">
              <a:defRPr sz="1400"/>
            </a:pPr>
            <a:r>
              <a:t>🎬 Pour les utilisateurs : Gain de temps, découvertes personnalisées</a:t>
            </a:r>
          </a:p>
          <a:p>
            <a:pPr lvl="1">
              <a:defRPr sz="1400"/>
            </a:pPr>
            <a:r>
              <a:t>📊 Pour l'équipe : Maîtrise IA, expérience web, collaboration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Remerciements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🙏 REMERCIEMENTS :</a:t>
            </a:r>
          </a:p>
          <a:p>
            <a:br/>
            <a:pPr lvl="1">
              <a:defRPr sz="1600" b="1"/>
            </a:pPr>
            <a:r>
              <a:t>Merci à notre encadrante pour :</a:t>
            </a:r>
          </a:p>
          <a:p>
            <a:pPr lvl="2">
              <a:defRPr sz="1400"/>
            </a:pPr>
            <a:r>
              <a:t>• Son accompagnement</a:t>
            </a:r>
          </a:p>
          <a:p>
            <a:pPr lvl="2">
              <a:defRPr sz="1400"/>
            </a:pPr>
            <a:r>
              <a:t>• Ses conseils précieux</a:t>
            </a:r>
          </a:p>
          <a:p>
            <a:pPr lvl="2">
              <a:defRPr sz="1400"/>
            </a:pPr>
            <a:r>
              <a:t>• Sa flexibilité</a:t>
            </a:r>
          </a:p>
          <a:p>
            <a:br/>
            <a:pPr lvl="1">
              <a:defRPr sz="1600" b="1"/>
            </a:pPr>
            <a:r>
              <a:t>📚 RESSOURCES :</a:t>
            </a:r>
          </a:p>
          <a:p>
            <a:pPr lvl="2">
              <a:defRPr sz="1400"/>
            </a:pPr>
            <a:r>
              <a:t>• Dataset : TMDB 5000 Movies</a:t>
            </a:r>
          </a:p>
          <a:p>
            <a:pPr lvl="2">
              <a:defRPr sz="1400"/>
            </a:pPr>
            <a:r>
              <a:t>• Modèles : TextBlob, DeepFace</a:t>
            </a:r>
          </a:p>
          <a:p>
            <a:pPr lvl="2">
              <a:defRPr sz="1400"/>
            </a:pPr>
            <a:r>
              <a:t>• Documentation : Flask, TensorFlow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94560"/>
                </a:solidFill>
              </a:defRPr>
            </a:pPr>
            <a:r>
              <a:t>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400" b="1"/>
            </a:pPr>
            <a:r>
              <a:t>❓ QUESTIONS &amp; RÉPONSES</a:t>
            </a:r>
          </a:p>
          <a:p>
            <a:br/>
            <a:br/>
            <a:pPr algn="ctr">
              <a:defRPr sz="1800" b="1"/>
            </a:pPr>
            <a:r>
              <a:t>Contact :</a:t>
            </a:r>
          </a:p>
          <a:p>
            <a:pPr algn="ctr">
              <a:defRPr sz="1600"/>
            </a:pPr>
            <a:r>
              <a:t>Gémima ONDELE POURU</a:t>
            </a:r>
          </a:p>
          <a:p>
            <a:pPr algn="ctr">
              <a:defRPr sz="1600"/>
            </a:pPr>
            <a:r>
              <a:t>Fatoumata BAH</a:t>
            </a:r>
          </a:p>
          <a:p>
            <a:pPr algn="ctr">
              <a:defRPr sz="1600"/>
            </a:pPr>
            <a:r>
              <a:t>Hector KOMBOU</a:t>
            </a:r>
          </a:p>
          <a:p>
            <a:br/>
            <a:pPr algn="ctr">
              <a:defRPr sz="1400"/>
            </a:pPr>
            <a:r>
              <a:t>Code source : Disponible sur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